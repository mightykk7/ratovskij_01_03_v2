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574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712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235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393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176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597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110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703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468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48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467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1160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6707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096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943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1186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193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A7CEB-3A68-4393-9B79-912BADD6D14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C82D1-DDAA-4D84-98CC-46B9541F9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8254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4FC60D-6EC9-454C-B37D-19F90B92C0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Геометрический калькулятор</a:t>
            </a:r>
          </a:p>
        </p:txBody>
      </p:sp>
    </p:spTree>
    <p:extLst>
      <p:ext uri="{BB962C8B-B14F-4D97-AF65-F5344CB8AC3E}">
        <p14:creationId xmlns:p14="http://schemas.microsoft.com/office/powerpoint/2010/main" val="1310480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D67F7E-F013-4DC4-A492-86C39AE9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калькулятора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54B749-2629-46D1-BD74-34356E2B2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первом экране нас встречает иконка приложения и кнопка начать для начала использования этого калькулятора, она сделана через 1</a:t>
            </a:r>
            <a:r>
              <a:rPr lang="en-US" dirty="0"/>
              <a:t> </a:t>
            </a:r>
            <a:r>
              <a:rPr lang="en-US" dirty="0" err="1"/>
              <a:t>Textview</a:t>
            </a:r>
            <a:r>
              <a:rPr lang="en-US" dirty="0"/>
              <a:t>, 1 ImageView </a:t>
            </a:r>
            <a:r>
              <a:rPr lang="ru-RU" dirty="0"/>
              <a:t>и 1 </a:t>
            </a:r>
            <a:r>
              <a:rPr lang="en-US" dirty="0"/>
              <a:t>Button</a:t>
            </a:r>
            <a:r>
              <a:rPr lang="ru-RU" dirty="0"/>
              <a:t>, которая переводит на следующую страницу</a:t>
            </a:r>
          </a:p>
        </p:txBody>
      </p:sp>
    </p:spTree>
    <p:extLst>
      <p:ext uri="{BB962C8B-B14F-4D97-AF65-F5344CB8AC3E}">
        <p14:creationId xmlns:p14="http://schemas.microsoft.com/office/powerpoint/2010/main" val="519475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EA17B5-9473-4049-AB3B-EA9ED320E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калькулятора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501CA1-CAAA-423A-A38E-62DB04850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втором экране нас встречает выбор фигуры ввод данных и кнопка </a:t>
            </a:r>
            <a:r>
              <a:rPr lang="en-US" dirty="0"/>
              <a:t>“</a:t>
            </a:r>
            <a:r>
              <a:rPr lang="ru-RU" dirty="0"/>
              <a:t>Выполнить расчёт</a:t>
            </a:r>
            <a:r>
              <a:rPr lang="en-US" dirty="0"/>
              <a:t>”</a:t>
            </a:r>
            <a:r>
              <a:rPr lang="ru-RU" dirty="0"/>
              <a:t>, через которую переход на следующую страницу с результатом</a:t>
            </a:r>
            <a:r>
              <a:rPr lang="en-US" dirty="0"/>
              <a:t>.</a:t>
            </a:r>
          </a:p>
          <a:p>
            <a:r>
              <a:rPr lang="ru-RU" dirty="0"/>
              <a:t>Выбор фигуры через</a:t>
            </a:r>
            <a:r>
              <a:rPr lang="en-US" dirty="0"/>
              <a:t> Spinner. </a:t>
            </a:r>
            <a:r>
              <a:rPr lang="ru-RU" dirty="0"/>
              <a:t>Если выбрать круг то 1 </a:t>
            </a:r>
            <a:r>
              <a:rPr lang="en-US" dirty="0"/>
              <a:t>EditText</a:t>
            </a:r>
            <a:r>
              <a:rPr lang="ru-RU" dirty="0"/>
              <a:t>, если треугольник то 2 </a:t>
            </a:r>
            <a:r>
              <a:rPr lang="en-US" dirty="0"/>
              <a:t>EditText.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5540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9BF5E-0A71-46C4-B371-263037117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КАЛЬКУЛЯТОРА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D94936-C04F-4624-BD59-A86F27F33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третьем экране нас встречает название выбранной фигуры и результат вычислений, а так же кнопка через которую можно перейти на первый экран и провести вычисления ещё раз.</a:t>
            </a:r>
          </a:p>
          <a:p>
            <a:r>
              <a:rPr lang="ru-RU" dirty="0"/>
              <a:t>Результат выводится благодаря двум </a:t>
            </a:r>
            <a:r>
              <a:rPr lang="en-US" dirty="0"/>
              <a:t>TextView </a:t>
            </a:r>
            <a:r>
              <a:rPr lang="ru-RU" dirty="0"/>
              <a:t>расположенным в 2 отдельных </a:t>
            </a:r>
            <a:r>
              <a:rPr lang="en-US" dirty="0"/>
              <a:t>LinearLayout.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6163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0920E8-8C52-44BA-870C-B12FFCE1F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классов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D26515B-335B-4882-9D79-BBD0F4BAF9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8860" y="1560351"/>
            <a:ext cx="2407130" cy="5089565"/>
          </a:xfrm>
        </p:spPr>
      </p:pic>
    </p:spTree>
    <p:extLst>
      <p:ext uri="{BB962C8B-B14F-4D97-AF65-F5344CB8AC3E}">
        <p14:creationId xmlns:p14="http://schemas.microsoft.com/office/powerpoint/2010/main" val="1668002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054735-484C-4AD0-8D69-818742DD1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 приложения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7EEBC3-64F9-4F42-B832-1ACC874F6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62" y="1978808"/>
            <a:ext cx="10908484" cy="190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95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99B16E-419E-4410-B626-E97FCE8BD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Архитектурные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B3FDF5-F825-4135-94AF-85497F13C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Использовалась платформа </a:t>
            </a:r>
            <a:r>
              <a:rPr lang="en-US" dirty="0"/>
              <a:t>Android studio</a:t>
            </a:r>
            <a:r>
              <a:rPr lang="ru-RU" dirty="0"/>
              <a:t> и язык </a:t>
            </a:r>
            <a:r>
              <a:rPr lang="en-US" dirty="0"/>
              <a:t>Kotlin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1446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0CFF00-979A-47F6-8AF2-393FEFF8A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библиотеки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C37713-CDE8-4902-85A4-5560F436F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2249486"/>
            <a:ext cx="8103256" cy="263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90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26</TotalTime>
  <Words>139</Words>
  <Application>Microsoft Office PowerPoint</Application>
  <PresentationFormat>Широкоэкранный</PresentationFormat>
  <Paragraphs>14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Tw Cen MT</vt:lpstr>
      <vt:lpstr>Контур</vt:lpstr>
      <vt:lpstr>Геометрический калькулятор</vt:lpstr>
      <vt:lpstr>Реализация калькулятора</vt:lpstr>
      <vt:lpstr>Реализация калькулятора</vt:lpstr>
      <vt:lpstr>РЕАЛИЗАЦИЯ КАЛЬКУЛЯТОРА</vt:lpstr>
      <vt:lpstr>Схема классов</vt:lpstr>
      <vt:lpstr>Производительность приложения</vt:lpstr>
      <vt:lpstr>Архитектурные решения</vt:lpstr>
      <vt:lpstr>Используемые библиотеки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Геометрический калькулятор</dc:title>
  <dc:creator>Александр Руколеев</dc:creator>
  <cp:lastModifiedBy>Александр Руколеев</cp:lastModifiedBy>
  <cp:revision>3</cp:revision>
  <dcterms:created xsi:type="dcterms:W3CDTF">2025-12-01T10:56:45Z</dcterms:created>
  <dcterms:modified xsi:type="dcterms:W3CDTF">2025-12-01T11:22:58Z</dcterms:modified>
</cp:coreProperties>
</file>